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HexagonML ModelManager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2F2F2"/>
                </a:solidFill>
              </a:defRPr>
            </a:pPr>
            <a:r>
              <a:t>Architecture &amp; Client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What is an MCP?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Model Context Protocol — An open standard for building integrations between applications and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Allows Claude to securely access specialized tools and 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Clean separation: LLM makes decisions, MCP server provides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Composable: Stack multiple MCPs for powerful multi-domain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</a:defRPr>
            </a:pPr>
            <a:r>
              <a:t>Three-Tier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Claude Desktop / MCP-Aware 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MCP Server (hex-mm-mcp) + Tool Modules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80"/>
            <a:ext cx="786384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HexagonML ModelManager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Architectural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Modular: Each domain has its own tool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Centralized Config: Single source of truth for credentials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Client Factory: Authenticated API clients on-demand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Async-First: Non-blocking I/O for high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LLM-Aware: Built-in _llm_instructions guide Claude's responses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Tool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Five Core Domains: Models • Usecases • Model Cards • Forecasting •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Models: Upload, update, delete, and monitor ML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Usecases: Create and manage business ML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Model Cards: Auto-generate governance &amp; compliance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Forecasting: Retrieve predictions with confidence intervals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Prompts: System guidance for Claude's narrative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Model Management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add_model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Upload new ML models with metadata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get_latest_metrics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Monitor accuracy, precision, recall, F1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update_model &amp; delete_model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Maintain and retire models as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Deployment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FastMCP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Recommended for production — single command, auto-restart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Docker 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Recommended for teams — reproducible, isolated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Standalone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Development only — direct inspection and debugging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API Key–based (SECRET_KEY passed to ModelManager)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Network-level security (VPN/firewall recommended)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Audit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Complete audit trail of all tool calls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GDPR, HIPAA, SOX–aligned practices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Adding New Tools (3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1. Create module with @mcp.tool decorator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2. Import in server_simple.py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</a:defRPr>
            </a:pPr>
            <a:r>
              <a:t>3. Restart—FastMCP auto-discovers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Modular architecture: new tools don't affect existing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Standardized patterns reduce complexity and onboarding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✓ Extensibility: New tools in minutes without touching existing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✓ LLM-First: Responses optimized for Claude's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✓ Production-Ready: Multiple deployment options, error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✓ Secure &amp; Compliant: API key auth, audit logging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</a:defRPr>
            </a:pPr>
            <a:r>
              <a:t>✓ Cost-Efficient: On-demand computation, minimal overhead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Common Client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Q: How does this compare to direct API calls?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33333"/>
                </a:solidFill>
              </a:defRPr>
            </a:pPr>
            <a:r>
              <a:t>A: MCP abstracts endpoints and enables LLM-specific optimizations.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Q: Can this scale?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33333"/>
                </a:solidFill>
              </a:defRPr>
            </a:pPr>
            <a:r>
              <a:t>A: Stateless server—scales horizontally with load balancing.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</a:defRPr>
            </a:pPr>
            <a:r>
              <a:t>Q: Is this secure for production?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333333"/>
                </a:solidFill>
              </a:defRPr>
            </a:pPr>
            <a:r>
              <a:t>A: Yes—with VPN, strong keys, and audit logging.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Q2 2026: Batch forecasting, rate limiting, webhook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Q3 2026: Multi-workspace, streaming, advanced filtering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</a:defRPr>
            </a:pPr>
            <a:r>
              <a:t>Q4 2026+: Versioning, A/B testing, custom metrics, LLM-guided selection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Ready to Connect Claude to Your Models?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749039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2F2F2"/>
                </a:solidFill>
              </a:defRPr>
            </a:pPr>
            <a:r>
              <a:t>Let's build something powerful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